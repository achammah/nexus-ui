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  <p:sldId id="257" r:id="rId1"/>
  </p:sldIdLst>
  <p:sldSz cx="12192000" cy="6858000"/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sp>
        <p:txBody>
          <a:p>
            <a:r>
              <a:t>Imported speaker notes survive.</a:t>
            </a:r>
          </a:p>
        </p:txBody>
      </p:sp>
    </p:spTree>
  </p:cSld>
</p:notes>
</file>

<file path=ppt/slides/_rels/slide1.xml.rels><?xml version="1.0"?><Relationships xmlns="http://schemas.openxmlformats.org/package/2006/relationships"><Relationship Id="rId9" Type="http://schemas.openxmlformats.org/officeDocument/2006/relationships/image" Target="../media/image1.png"/></Relationships>
</file>

<file path=ppt/slides/_rels/slide2.xml.rels><?xml version="1.0"?><Relationships xmlns="http://schemas.openxmlformats.org/package/2006/relationships"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>
        <p:grpSpPr>
          <a:xfrm>
            <a:off x="1000000" y="2000000"/>
            <a:ext cx="4000000" cy="2000000"/>
            <a:chOff x="0" y="0"/>
            <a:chExt cx="2000000" cy="1000000"/>
          </a:xfrm>
        </p:grpSpPr>
        <p:sp>
          <p:spPr>
            <a:xfrm>
              <a:off x="0" y="0"/>
              <a:ext cx="1000000" cy="500000"/>
            </a:xfrm>
            <a:prstGeom prst="roundRect"/>
            <a:solidFill>
              <a:srgbClr val="FF8800"/>
            </a:solidFill>
          </p:spPr>
          <p:txBody>
            <a:bodyPr/>
            <a:p>
              <a:r>
                <a:rPr b="1" sz="2400"/>
                <a:t>In a group</a:t>
              </a:r>
            </a:p>
          </p:txBody>
        </p:sp>
        <p:sp>
          <p:spPr>
            <a:xfrm>
              <a:off x="1000000" y="500000"/>
              <a:ext cx="1000000" cy="500000"/>
            </a:xfrm>
            <a:prstGeom prst="ellipse"/>
            <a:solidFill>
              <a:schemeClr val="accent1"/>
            </a:solidFill>
          </p:spPr>
          <p:txBody>
            <a:bodyPr/>
            <a:p>
              <a:r>
                <a:rPr/>
                <a:t>Theme colour</a:t>
              </a:r>
            </a:p>
          </p:txBody>
        </p:sp>
      </p:grpSp>
      <p:sp>
        <p:spPr>
          <a:xfrm rot="2700000">
            <a:off x="7000000" y="1500000"/>
            <a:ext cx="2000000" cy="2000000"/>
          </a:xfrm>
          <a:prstGeom prst="star5"/>
          <a:solidFill>
            <a:srgbClr val="3366CC"/>
          </a:solidFill>
          <a:ln w="38100">
            <a:solidFill>
              <a:srgbClr val="112233"/>
            </a:solidFill>
          </a:ln>
        </p:spPr>
        <p:txBody>
          <a:bodyPr/>
          <a:p/>
        </p:txBody>
      </p:sp>
      <p:pic>
        <p:nvPicPr>
          <p:cNvPr id="9" name="pic" descr="A red dot"/>
          <p:cNvPicPr/>
          <p:nvPr/>
        </p:nvPicPr>
        <p:blipFill>
          <a:blip r:embed="rId9"/>
        </p:blipFill>
        <p:spPr>
          <a:xfrm>
            <a:off x="600000" y="500000"/>
            <a:ext cx="900000" cy="900000"/>
          </a:xfrm>
        </p:spPr>
      </p:pic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nvPr>
            <p:ph type="ctrTitle"/>
          </p:nvPr>
        </p:nvSpPr>
        <p:spPr>
          <a:xfrm>
            <a:off x="900000" y="800000"/>
            <a:ext cx="10000000" cy="1200000"/>
          </a:xfrm>
          <a:prstGeom prst="rect"/>
          <a:noFill/>
        </p:spPr>
        <p:txBody>
          <a:bodyPr/>
          <a:p>
            <a:pPr algn="ctr"/>
            <a:r>
              <a:rPr sz="4400" b="1">
                <a:solidFill>
                  <a:srgbClr val="223344"/>
                </a:solidFill>
              </a:rPr>
              <a:t>Foreign Deck Title</a:t>
            </a:r>
          </a:p>
        </p:txBody>
      </p:sp>
      <p:sp>
        <p:spPr>
          <a:xfrm>
            <a:off x="900000" y="2600000"/>
            <a:ext cx="10000000" cy="3000000"/>
          </a:xfrm>
          <a:prstGeom prst="rect"/>
          <a:noFill/>
        </p:spPr>
        <p:txBody>
          <a:bodyPr/>
          <a:p>
            <a:pPr>
              <a:buChar char="•"/>
            </a:pPr>
            <a:r>
              <a:rPr sz="2000"/>
              <a:t>First bullet</a:t>
            </a:r>
          </a:p>
          <a:p>
            <a:pPr>
              <a:buChar char="•"/>
            </a:pPr>
            <a:r>
              <a:rPr sz="2000" i="1"/>
              <a:t>Second, italic</a:t>
            </a:r>
          </a:p>
          <a:p>
            <a:r>
              <a:rPr sz="2000"/>
              <a:t>A plain paragraph</a:t>
            </a:r>
          </a:p>
        </p:txBody>
      </p:sp>
    </p:spTree>
  </p:cSld>
</p:sld>
</file>